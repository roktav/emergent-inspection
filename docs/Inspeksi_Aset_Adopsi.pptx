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mulai dari cara klik. Mulai dari apa yang hilang hari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9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49640" y="1417320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74936" y="1417320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0232" y="1417320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2642616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74936" y="2642616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00232" y="2642616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9640" y="3867912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74936" y="3867912"/>
            <a:ext cx="822960" cy="822960"/>
          </a:xfrm>
          <a:prstGeom prst="ellipse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00232" y="3867912"/>
            <a:ext cx="822960" cy="822960"/>
          </a:xfrm>
          <a:prstGeom prst="ellipse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84048"/>
            <a:ext cx="397763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640080"/>
            <a:ext cx="2243937" cy="713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1874519"/>
            <a:ext cx="78638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6D2E9"/>
                </a:solidFill>
                <a:latin typeface="Poppins"/>
                <a:ea typeface="Poppins"/>
                <a:cs typeface="Poppins"/>
              </a:rPr>
              <a:t>MENGAPA BERGANTI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240280"/>
            <a:ext cx="8046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Inspeksi 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7863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Asset Inspection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Ganti keliling kertas dengan catatan yang bisa dipercaya kantor.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80560"/>
            <a:ext cx="1508760" cy="3175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15 Oktober 2026  ·  untuk pelanggan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2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Yang hilang hari ini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Paper, chat photos, and a recap built by hand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Kertas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Checklist mudah tercecer. Besok tidak jelas unit mana yang benar-benar dikelilingi.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Foto di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Gambar lepas dari item. Sulit mencari bukti saat ada temuan.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Tanpa keputusan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Tidak ada jejak siapa yang menyetujui, atau kapan.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Rekap manual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Angka site disusun dari banyak sumber, sering terlambat.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3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Yang berubah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One inspection, one photo, one decision, one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91440" cy="196596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83664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883664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Satu inspeksi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50592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Unit, tipe, dan KM/HM tersimpan sebagai satu catatan.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27632"/>
            <a:ext cx="91440" cy="196596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883664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883664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Foto di item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50592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Bukti menempel pada baris yang diperiksa, bukan di percakapan.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76472"/>
            <a:ext cx="91440" cy="196596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032504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032504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Satu keputusan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599432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Admin site menyetujui atau menolak kiriman yang sama.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776472"/>
            <a:ext cx="91440" cy="196596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4032504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32504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Matriks hari itu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599432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Site melihat unit mana yang hijau, merah, atau belum dikelilingi.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4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Keliling unit, sekali jalan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The yard fills one form, not a stack of paper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3441"/>
            <a:ext cx="5486400" cy="316267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446593"/>
            <a:ext cx="5340096" cy="30163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0488" y="2373441"/>
            <a:ext cx="5486400" cy="316267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446593"/>
            <a:ext cx="5340096" cy="3016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15727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Unit, tipe, dan KM/HM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15727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Setiap item mulai 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5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Bukti yang bisa dibuka lagi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The finding, the note, and the photo stay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5532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Status masih Terkirim sampai ada keputusan.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Catatan temuan tertulis di item, bukan hanya di chat.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Foto menempel di baris itu, dengan waktu dan nama pemeriksa.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Kantor membuka catatan yang sama dengan yang diisi di unit.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26115"/>
            <a:ext cx="5394960" cy="311102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399267"/>
            <a:ext cx="5248656" cy="29647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6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Keputusan di hari yang sama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Approve or reject, then keep a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Setujui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Admin site menutup siklus bila checklist dan foto sudah cukup.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2763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75564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Tolak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04825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Kiriman yang belum layak tidak tercampur dengan yang sudah beres.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Satu berkas A4 untuk arsip: ringkasan, item, dan foto temuan.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76472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904488"/>
            <a:ext cx="51480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Tetap terbuka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4197096"/>
            <a:ext cx="51480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Tombol keputusan hanya ada selagi status masih Terkirim.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7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Site tanpa mengejar driver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Pending work and the daily matrix, without a chase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73441"/>
            <a:ext cx="5486400" cy="316267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446593"/>
            <a:ext cx="5340096" cy="30163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90488" y="2373441"/>
            <a:ext cx="5486400" cy="3162676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446593"/>
            <a:ext cx="5340096" cy="3016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15727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Berapa yang masih menunggu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15727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Hijau, merah, atau belum dikelilingi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8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Dibuat untuk lapangan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The yard does not stop when the signal drops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109728" cy="969264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1572768"/>
            <a:ext cx="11064240" cy="969264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64208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Draf di perangkat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9339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Progres tersimpan di ponsel ini. Belum naik ke server sampai dikirim atau disinkronkan.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88336"/>
            <a:ext cx="109728" cy="969264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2688336"/>
            <a:ext cx="11064240" cy="969264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779776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Antrean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1089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Driver, mekanik, dan admin site mengantre inspeksi, lalu menekan Sinkron saat tersambung.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03904"/>
            <a:ext cx="109728" cy="969264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3803904"/>
            <a:ext cx="11064240" cy="969264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95344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Aplikasi 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2245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Alur yang sama di ponsel. PDF dibagikan lewat lembar berbagi Android.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19472"/>
            <a:ext cx="109728" cy="969264"/>
          </a:xfrm>
          <a:prstGeom prst="roundRect">
            <a:avLst>
              <a:gd name="adj" fmla="val 8000"/>
            </a:avLst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" y="4919472"/>
            <a:ext cx="11064240" cy="969264"/>
          </a:xfrm>
          <a:prstGeom prst="rect">
            <a:avLst/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010912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Kantor tetap 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34009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Admin perusahaan dan superadmin bekerja saat tersambung, di atas data yang sudah masuk.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9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Siapa memegang apa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Four jobs, not a training 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11173968" cy="96012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83664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Driver / Mekanik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865376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Mengisi, menyimpan, dan mengirim inspeksi unit.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06624"/>
            <a:ext cx="11173968" cy="96012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962656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Admin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944368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Melihat seluruh site, lalu menyetujui atau menolak.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85616"/>
            <a:ext cx="11173968" cy="96012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04164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Admin perusahaan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4023360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Menjaga checklist, tipe, dan rekap di perusahaannya.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64608"/>
            <a:ext cx="11173968" cy="96012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51206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Superadmin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5102352"/>
            <a:ext cx="7406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Membuka semua perusahaan bila organisasi punya lebih dari satu.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10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Cara mulai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One site and the daily check, then grow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27632"/>
            <a:ext cx="5486400" cy="443484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55648"/>
            <a:ext cx="519379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Urutan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5193792" cy="3904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14884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1. Satu site, tipe harian (P2H).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2. Driver mengirim, admin site memutuskan.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3. Rekap dipakai di rapat site.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4. Tambah tipe dan site bila pola ini sudah jalan.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27632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78308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Tetap di perusahaan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31915"/>
                </a:solidFill>
                <a:latin typeface="Roboto"/>
                <a:ea typeface="Roboto"/>
                <a:cs typeface="Roboto"/>
              </a:rPr>
              <a:t>Master checklist, tipe inspeksi, pengguna, dan daftar unit.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5440680" cy="2176272"/>
          </a:xfrm>
          <a:prstGeom prst="roundRect">
            <a:avLst>
              <a:gd name="adj" fmla="val 8000"/>
            </a:avLst>
          </a:prstGeom>
          <a:solidFill>
            <a:srgbClr val="2319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4041648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Berhenti di kertas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6D2E9"/>
                </a:solidFill>
                <a:latin typeface="Roboto"/>
                <a:ea typeface="Roboto"/>
                <a:cs typeface="Roboto"/>
              </a:rPr>
              <a:t>Keliling kertas, foto yang hanya ada di chat, dan rekap yang disusun tangan setiap sore.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"/>
            <a:ext cx="1208274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2362" y="256032"/>
            <a:ext cx="6858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5662"/>
                </a:solidFill>
                <a:latin typeface="Poppins"/>
                <a:ea typeface="Poppins"/>
                <a:cs typeface="Poppins"/>
              </a:rPr>
              <a:t>Adopsi  ·  Inspeksi 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76656"/>
            <a:ext cx="11185855" cy="25400"/>
          </a:xfrm>
          <a:prstGeom prst="rect">
            <a:avLst/>
          </a:prstGeom>
          <a:solidFill>
            <a:srgbClr val="98A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Inline Technology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510528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11  /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68096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Tiga bukti untuk dibawa pulang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Leave with evidence, a decision, and the day’s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1173968" cy="12801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39112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9280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Bukti di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31343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Foto dan catatan tidak tercecer. Keduanya menempel pada baris yang diperiksa.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73968" cy="12801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456432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31012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Satu keputusan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7307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Setujui atau Tolak menutup kiriman. PDF menyimpan salinan untuk arsip.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526280"/>
            <a:ext cx="11173968" cy="1280160"/>
          </a:xfrm>
          <a:prstGeom prst="roundRect">
            <a:avLst>
              <a:gd name="adj" fmla="val 8000"/>
            </a:avLst>
          </a:prstGeom>
          <a:solidFill>
            <a:srgbClr val="D6D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873752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98A7D5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27448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1915"/>
                </a:solidFill>
                <a:latin typeface="Poppins"/>
                <a:ea typeface="Poppins"/>
                <a:cs typeface="Poppins"/>
              </a:rPr>
              <a:t>Rekap hari itu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4807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662"/>
                </a:solidFill>
                <a:latin typeface="Roboto"/>
                <a:ea typeface="Roboto"/>
                <a:cs typeface="Roboto"/>
              </a:rPr>
              <a:t>Site melihat unit hijau, merah, atau belum dikelilingi, tanpa mengejar driver.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